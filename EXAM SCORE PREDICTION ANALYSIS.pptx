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itha asuri" userId="33c15a063044dd2b" providerId="LiveId" clId="{87380D7C-85FB-4251-9DCB-457D40CE6485}"/>
    <pc:docChg chg="undo custSel addSld delSld modSld">
      <pc:chgData name="poojitha asuri" userId="33c15a063044dd2b" providerId="LiveId" clId="{87380D7C-85FB-4251-9DCB-457D40CE6485}" dt="2026-02-12T10:57:45.190" v="546" actId="14100"/>
      <pc:docMkLst>
        <pc:docMk/>
      </pc:docMkLst>
      <pc:sldChg chg="addSp delSp modSp mod">
        <pc:chgData name="poojitha asuri" userId="33c15a063044dd2b" providerId="LiveId" clId="{87380D7C-85FB-4251-9DCB-457D40CE6485}" dt="2026-02-11T14:47:47.417" v="343" actId="1076"/>
        <pc:sldMkLst>
          <pc:docMk/>
          <pc:sldMk cId="2996346872" sldId="257"/>
        </pc:sldMkLst>
        <pc:spChg chg="add mod">
          <ac:chgData name="poojitha asuri" userId="33c15a063044dd2b" providerId="LiveId" clId="{87380D7C-85FB-4251-9DCB-457D40CE6485}" dt="2026-02-11T14:47:47.417" v="343" actId="1076"/>
          <ac:spMkLst>
            <pc:docMk/>
            <pc:sldMk cId="2996346872" sldId="257"/>
            <ac:spMk id="3" creationId="{63AFB945-F62A-01CF-E389-EFFA40C0CB1E}"/>
          </ac:spMkLst>
        </pc:spChg>
        <pc:spChg chg="del mod">
          <ac:chgData name="poojitha asuri" userId="33c15a063044dd2b" providerId="LiveId" clId="{87380D7C-85FB-4251-9DCB-457D40CE6485}" dt="2026-02-11T14:46:45.666" v="336"/>
          <ac:spMkLst>
            <pc:docMk/>
            <pc:sldMk cId="2996346872" sldId="257"/>
            <ac:spMk id="4" creationId="{571FABD3-5C7E-4E1F-2526-952E5F3423FB}"/>
          </ac:spMkLst>
        </pc:spChg>
      </pc:sldChg>
      <pc:sldChg chg="addSp delSp modSp mod">
        <pc:chgData name="poojitha asuri" userId="33c15a063044dd2b" providerId="LiveId" clId="{87380D7C-85FB-4251-9DCB-457D40CE6485}" dt="2026-02-12T09:43:21.827" v="538" actId="14100"/>
        <pc:sldMkLst>
          <pc:docMk/>
          <pc:sldMk cId="4238373417" sldId="258"/>
        </pc:sldMkLst>
        <pc:spChg chg="mod">
          <ac:chgData name="poojitha asuri" userId="33c15a063044dd2b" providerId="LiveId" clId="{87380D7C-85FB-4251-9DCB-457D40CE6485}" dt="2026-02-11T15:30:58.170" v="358" actId="14100"/>
          <ac:spMkLst>
            <pc:docMk/>
            <pc:sldMk cId="4238373417" sldId="258"/>
            <ac:spMk id="2" creationId="{9BFF1FB8-53A3-BC75-81BE-6DC0E0AD1D37}"/>
          </ac:spMkLst>
        </pc:spChg>
        <pc:spChg chg="add del mod">
          <ac:chgData name="poojitha asuri" userId="33c15a063044dd2b" providerId="LiveId" clId="{87380D7C-85FB-4251-9DCB-457D40CE6485}" dt="2026-02-11T15:29:43.648" v="348" actId="478"/>
          <ac:spMkLst>
            <pc:docMk/>
            <pc:sldMk cId="4238373417" sldId="258"/>
            <ac:spMk id="3" creationId="{3856848A-F1AF-EC82-F9FE-19B5DE7CE905}"/>
          </ac:spMkLst>
        </pc:spChg>
        <pc:spChg chg="add del mod">
          <ac:chgData name="poojitha asuri" userId="33c15a063044dd2b" providerId="LiveId" clId="{87380D7C-85FB-4251-9DCB-457D40CE6485}" dt="2026-02-12T06:30:02.735" v="523" actId="22"/>
          <ac:spMkLst>
            <pc:docMk/>
            <pc:sldMk cId="4238373417" sldId="258"/>
            <ac:spMk id="4" creationId="{B6CF7834-0EB0-1908-F195-392AE0B8508F}"/>
          </ac:spMkLst>
        </pc:spChg>
        <pc:spChg chg="add">
          <ac:chgData name="poojitha asuri" userId="33c15a063044dd2b" providerId="LiveId" clId="{87380D7C-85FB-4251-9DCB-457D40CE6485}" dt="2026-02-11T15:29:01.022" v="345"/>
          <ac:spMkLst>
            <pc:docMk/>
            <pc:sldMk cId="4238373417" sldId="258"/>
            <ac:spMk id="4" creationId="{BBD1E274-25C0-3937-1A6E-2458A3465C62}"/>
          </ac:spMkLst>
        </pc:spChg>
        <pc:spChg chg="add">
          <ac:chgData name="poojitha asuri" userId="33c15a063044dd2b" providerId="LiveId" clId="{87380D7C-85FB-4251-9DCB-457D40CE6485}" dt="2026-02-11T15:29:28.036" v="347"/>
          <ac:spMkLst>
            <pc:docMk/>
            <pc:sldMk cId="4238373417" sldId="258"/>
            <ac:spMk id="5" creationId="{6E1FD9C5-D4E9-42B0-5B13-BD504804A288}"/>
          </ac:spMkLst>
        </pc:spChg>
        <pc:spChg chg="add del mod">
          <ac:chgData name="poojitha asuri" userId="33c15a063044dd2b" providerId="LiveId" clId="{87380D7C-85FB-4251-9DCB-457D40CE6485}" dt="2026-02-11T15:30:17.025" v="352" actId="478"/>
          <ac:spMkLst>
            <pc:docMk/>
            <pc:sldMk cId="4238373417" sldId="258"/>
            <ac:spMk id="6" creationId="{134BB9AB-9CFC-5D06-7CD3-F6B2BE64D14A}"/>
          </ac:spMkLst>
        </pc:spChg>
        <pc:spChg chg="add del mod">
          <ac:chgData name="poojitha asuri" userId="33c15a063044dd2b" providerId="LiveId" clId="{87380D7C-85FB-4251-9DCB-457D40CE6485}" dt="2026-02-11T15:30:49" v="357"/>
          <ac:spMkLst>
            <pc:docMk/>
            <pc:sldMk cId="4238373417" sldId="258"/>
            <ac:spMk id="7" creationId="{3135BD5E-27A6-01EB-C136-D43BF6373940}"/>
          </ac:spMkLst>
        </pc:spChg>
        <pc:spChg chg="add">
          <ac:chgData name="poojitha asuri" userId="33c15a063044dd2b" providerId="LiveId" clId="{87380D7C-85FB-4251-9DCB-457D40CE6485}" dt="2026-02-11T15:30:35.956" v="354"/>
          <ac:spMkLst>
            <pc:docMk/>
            <pc:sldMk cId="4238373417" sldId="258"/>
            <ac:spMk id="8" creationId="{D8C1603E-E96F-2A1A-C287-D564B85917E7}"/>
          </ac:spMkLst>
        </pc:spChg>
        <pc:spChg chg="add del mod">
          <ac:chgData name="poojitha asuri" userId="33c15a063044dd2b" providerId="LiveId" clId="{87380D7C-85FB-4251-9DCB-457D40CE6485}" dt="2026-02-11T15:31:22.868" v="362"/>
          <ac:spMkLst>
            <pc:docMk/>
            <pc:sldMk cId="4238373417" sldId="258"/>
            <ac:spMk id="10" creationId="{F5CD17B8-D6CE-5865-0E12-82E7DBD21653}"/>
          </ac:spMkLst>
        </pc:spChg>
        <pc:spChg chg="add mod">
          <ac:chgData name="poojitha asuri" userId="33c15a063044dd2b" providerId="LiveId" clId="{87380D7C-85FB-4251-9DCB-457D40CE6485}" dt="2026-02-11T15:32:22.493" v="369" actId="1076"/>
          <ac:spMkLst>
            <pc:docMk/>
            <pc:sldMk cId="4238373417" sldId="258"/>
            <ac:spMk id="11" creationId="{CFA1A804-8D25-D001-03E6-390BEAE288BF}"/>
          </ac:spMkLst>
        </pc:spChg>
        <pc:picChg chg="add mod ord">
          <ac:chgData name="poojitha asuri" userId="33c15a063044dd2b" providerId="LiveId" clId="{87380D7C-85FB-4251-9DCB-457D40CE6485}" dt="2026-02-12T09:43:21.827" v="538" actId="14100"/>
          <ac:picMkLst>
            <pc:docMk/>
            <pc:sldMk cId="4238373417" sldId="258"/>
            <ac:picMk id="6" creationId="{C993916C-5E91-C999-29DF-40FD20618711}"/>
          </ac:picMkLst>
        </pc:picChg>
        <pc:picChg chg="del mod">
          <ac:chgData name="poojitha asuri" userId="33c15a063044dd2b" providerId="LiveId" clId="{87380D7C-85FB-4251-9DCB-457D40CE6485}" dt="2026-02-12T06:29:45.901" v="520" actId="478"/>
          <ac:picMkLst>
            <pc:docMk/>
            <pc:sldMk cId="4238373417" sldId="258"/>
            <ac:picMk id="9" creationId="{9E187B6D-4769-C695-773D-0C282AD17905}"/>
          </ac:picMkLst>
        </pc:picChg>
      </pc:sldChg>
      <pc:sldChg chg="addSp delSp modSp new mod">
        <pc:chgData name="poojitha asuri" userId="33c15a063044dd2b" providerId="LiveId" clId="{87380D7C-85FB-4251-9DCB-457D40CE6485}" dt="2026-02-12T09:31:26.161" v="536" actId="1076"/>
        <pc:sldMkLst>
          <pc:docMk/>
          <pc:sldMk cId="4228292958" sldId="259"/>
        </pc:sldMkLst>
        <pc:spChg chg="mod">
          <ac:chgData name="poojitha asuri" userId="33c15a063044dd2b" providerId="LiveId" clId="{87380D7C-85FB-4251-9DCB-457D40CE6485}" dt="2026-02-12T09:31:26.161" v="536" actId="1076"/>
          <ac:spMkLst>
            <pc:docMk/>
            <pc:sldMk cId="4228292958" sldId="259"/>
            <ac:spMk id="2" creationId="{801AD4AB-D748-2CCE-33CE-507CC789375A}"/>
          </ac:spMkLst>
        </pc:spChg>
        <pc:spChg chg="del">
          <ac:chgData name="poojitha asuri" userId="33c15a063044dd2b" providerId="LiveId" clId="{87380D7C-85FB-4251-9DCB-457D40CE6485}" dt="2026-02-10T13:44:11.389" v="41" actId="478"/>
          <ac:spMkLst>
            <pc:docMk/>
            <pc:sldMk cId="4228292958" sldId="259"/>
            <ac:spMk id="3" creationId="{E216D748-6097-6524-0466-47846DA7C053}"/>
          </ac:spMkLst>
        </pc:spChg>
        <pc:spChg chg="del">
          <ac:chgData name="poojitha asuri" userId="33c15a063044dd2b" providerId="LiveId" clId="{87380D7C-85FB-4251-9DCB-457D40CE6485}" dt="2026-02-10T13:40:30.335" v="29"/>
          <ac:spMkLst>
            <pc:docMk/>
            <pc:sldMk cId="4228292958" sldId="259"/>
            <ac:spMk id="4" creationId="{78C27A2A-7516-E6B7-7046-2FBBB44E4DFB}"/>
          </ac:spMkLst>
        </pc:spChg>
        <pc:spChg chg="add mod">
          <ac:chgData name="poojitha asuri" userId="33c15a063044dd2b" providerId="LiveId" clId="{87380D7C-85FB-4251-9DCB-457D40CE6485}" dt="2026-02-11T15:56:23.846" v="444" actId="12"/>
          <ac:spMkLst>
            <pc:docMk/>
            <pc:sldMk cId="4228292958" sldId="259"/>
            <ac:spMk id="5" creationId="{D091377F-7536-83E3-BDAD-16380067EDCA}"/>
          </ac:spMkLst>
        </pc:spChg>
        <pc:spChg chg="add del mod">
          <ac:chgData name="poojitha asuri" userId="33c15a063044dd2b" providerId="LiveId" clId="{87380D7C-85FB-4251-9DCB-457D40CE6485}" dt="2026-02-10T13:47:00.885" v="48"/>
          <ac:spMkLst>
            <pc:docMk/>
            <pc:sldMk cId="4228292958" sldId="259"/>
            <ac:spMk id="6" creationId="{7DDB305E-4EC2-D6F3-FEA5-0D5FD67F7A8E}"/>
          </ac:spMkLst>
        </pc:spChg>
        <pc:picChg chg="add mod">
          <ac:chgData name="poojitha asuri" userId="33c15a063044dd2b" providerId="LiveId" clId="{87380D7C-85FB-4251-9DCB-457D40CE6485}" dt="2026-02-10T13:46:59.652" v="46" actId="14100"/>
          <ac:picMkLst>
            <pc:docMk/>
            <pc:sldMk cId="4228292958" sldId="259"/>
            <ac:picMk id="8" creationId="{997FE21E-5152-6219-35C6-25F86D68485A}"/>
          </ac:picMkLst>
        </pc:picChg>
      </pc:sldChg>
      <pc:sldChg chg="addSp delSp modSp new del mod">
        <pc:chgData name="poojitha asuri" userId="33c15a063044dd2b" providerId="LiveId" clId="{87380D7C-85FB-4251-9DCB-457D40CE6485}" dt="2026-02-10T13:55:49.619" v="69" actId="47"/>
        <pc:sldMkLst>
          <pc:docMk/>
          <pc:sldMk cId="1023770831" sldId="260"/>
        </pc:sldMkLst>
        <pc:spChg chg="mod">
          <ac:chgData name="poojitha asuri" userId="33c15a063044dd2b" providerId="LiveId" clId="{87380D7C-85FB-4251-9DCB-457D40CE6485}" dt="2026-02-10T13:48:38.795" v="54" actId="14100"/>
          <ac:spMkLst>
            <pc:docMk/>
            <pc:sldMk cId="1023770831" sldId="260"/>
            <ac:spMk id="2" creationId="{D1626326-2D4C-6646-49A9-AE41E645111F}"/>
          </ac:spMkLst>
        </pc:spChg>
        <pc:spChg chg="del mod">
          <ac:chgData name="poojitha asuri" userId="33c15a063044dd2b" providerId="LiveId" clId="{87380D7C-85FB-4251-9DCB-457D40CE6485}" dt="2026-02-10T13:49:13.584" v="57"/>
          <ac:spMkLst>
            <pc:docMk/>
            <pc:sldMk cId="1023770831" sldId="260"/>
            <ac:spMk id="3" creationId="{AAD4CFBC-9AC0-BF97-A259-563A108734FC}"/>
          </ac:spMkLst>
        </pc:spChg>
        <pc:spChg chg="add mod">
          <ac:chgData name="poojitha asuri" userId="33c15a063044dd2b" providerId="LiveId" clId="{87380D7C-85FB-4251-9DCB-457D40CE6485}" dt="2026-02-10T13:50:37.880" v="68" actId="12"/>
          <ac:spMkLst>
            <pc:docMk/>
            <pc:sldMk cId="1023770831" sldId="260"/>
            <ac:spMk id="4" creationId="{415DABC3-7859-27E1-F895-B7387B217CBE}"/>
          </ac:spMkLst>
        </pc:spChg>
      </pc:sldChg>
      <pc:sldChg chg="new del">
        <pc:chgData name="poojitha asuri" userId="33c15a063044dd2b" providerId="LiveId" clId="{87380D7C-85FB-4251-9DCB-457D40CE6485}" dt="2026-02-10T13:47:41.548" v="50" actId="47"/>
        <pc:sldMkLst>
          <pc:docMk/>
          <pc:sldMk cId="1872501871" sldId="260"/>
        </pc:sldMkLst>
      </pc:sldChg>
      <pc:sldChg chg="addSp delSp modSp new mod">
        <pc:chgData name="poojitha asuri" userId="33c15a063044dd2b" providerId="LiveId" clId="{87380D7C-85FB-4251-9DCB-457D40CE6485}" dt="2026-02-12T09:37:25.742" v="537" actId="1076"/>
        <pc:sldMkLst>
          <pc:docMk/>
          <pc:sldMk cId="2910219108" sldId="260"/>
        </pc:sldMkLst>
        <pc:spChg chg="mod">
          <ac:chgData name="poojitha asuri" userId="33c15a063044dd2b" providerId="LiveId" clId="{87380D7C-85FB-4251-9DCB-457D40CE6485}" dt="2026-02-12T09:37:25.742" v="537" actId="1076"/>
          <ac:spMkLst>
            <pc:docMk/>
            <pc:sldMk cId="2910219108" sldId="260"/>
            <ac:spMk id="2" creationId="{E1EFC87E-5FAD-F5A6-14EA-7584E86CAC5A}"/>
          </ac:spMkLst>
        </pc:spChg>
        <pc:spChg chg="mod">
          <ac:chgData name="poojitha asuri" userId="33c15a063044dd2b" providerId="LiveId" clId="{87380D7C-85FB-4251-9DCB-457D40CE6485}" dt="2026-02-10T13:58:21.590" v="131" actId="20577"/>
          <ac:spMkLst>
            <pc:docMk/>
            <pc:sldMk cId="2910219108" sldId="260"/>
            <ac:spMk id="3" creationId="{D1B744E7-AC86-6959-F538-9CBB987B48EB}"/>
          </ac:spMkLst>
        </pc:spChg>
        <pc:spChg chg="del mod">
          <ac:chgData name="poojitha asuri" userId="33c15a063044dd2b" providerId="LiveId" clId="{87380D7C-85FB-4251-9DCB-457D40CE6485}" dt="2026-02-10T14:00:33.803" v="139"/>
          <ac:spMkLst>
            <pc:docMk/>
            <pc:sldMk cId="2910219108" sldId="260"/>
            <ac:spMk id="4" creationId="{D7612607-A85B-4274-9A53-14AB34CF1458}"/>
          </ac:spMkLst>
        </pc:spChg>
        <pc:spChg chg="mod">
          <ac:chgData name="poojitha asuri" userId="33c15a063044dd2b" providerId="LiveId" clId="{87380D7C-85FB-4251-9DCB-457D40CE6485}" dt="2026-02-10T14:03:20.089" v="171" actId="14100"/>
          <ac:spMkLst>
            <pc:docMk/>
            <pc:sldMk cId="2910219108" sldId="260"/>
            <ac:spMk id="5" creationId="{25F515B1-D7C4-F728-C82A-5BBEF7445265}"/>
          </ac:spMkLst>
        </pc:spChg>
        <pc:spChg chg="del mod">
          <ac:chgData name="poojitha asuri" userId="33c15a063044dd2b" providerId="LiveId" clId="{87380D7C-85FB-4251-9DCB-457D40CE6485}" dt="2026-02-10T14:07:58.603" v="191"/>
          <ac:spMkLst>
            <pc:docMk/>
            <pc:sldMk cId="2910219108" sldId="260"/>
            <ac:spMk id="6" creationId="{BB726E90-8B44-567B-622A-EB6AEB7D41BD}"/>
          </ac:spMkLst>
        </pc:spChg>
        <pc:spChg chg="add mod">
          <ac:chgData name="poojitha asuri" userId="33c15a063044dd2b" providerId="LiveId" clId="{87380D7C-85FB-4251-9DCB-457D40CE6485}" dt="2026-02-11T15:58:28.438" v="445" actId="404"/>
          <ac:spMkLst>
            <pc:docMk/>
            <pc:sldMk cId="2910219108" sldId="260"/>
            <ac:spMk id="9" creationId="{3F509219-CF6E-FD3D-F8B1-EFBDD0FF7FBF}"/>
          </ac:spMkLst>
        </pc:spChg>
        <pc:spChg chg="add mod">
          <ac:chgData name="poojitha asuri" userId="33c15a063044dd2b" providerId="LiveId" clId="{87380D7C-85FB-4251-9DCB-457D40CE6485}" dt="2026-02-10T14:07:04.019" v="190" actId="1076"/>
          <ac:spMkLst>
            <pc:docMk/>
            <pc:sldMk cId="2910219108" sldId="260"/>
            <ac:spMk id="12" creationId="{E996A8B8-F221-0044-A9D2-2AB80B92F84B}"/>
          </ac:spMkLst>
        </pc:spChg>
        <pc:spChg chg="add mod">
          <ac:chgData name="poojitha asuri" userId="33c15a063044dd2b" providerId="LiveId" clId="{87380D7C-85FB-4251-9DCB-457D40CE6485}" dt="2026-02-11T15:59:09.147" v="448" actId="1076"/>
          <ac:spMkLst>
            <pc:docMk/>
            <pc:sldMk cId="2910219108" sldId="260"/>
            <ac:spMk id="13" creationId="{0F4959D8-4761-18CE-0460-EAF13A12A04E}"/>
          </ac:spMkLst>
        </pc:spChg>
        <pc:picChg chg="add mod">
          <ac:chgData name="poojitha asuri" userId="33c15a063044dd2b" providerId="LiveId" clId="{87380D7C-85FB-4251-9DCB-457D40CE6485}" dt="2026-02-12T06:31:49.714" v="532" actId="1076"/>
          <ac:picMkLst>
            <pc:docMk/>
            <pc:sldMk cId="2910219108" sldId="260"/>
            <ac:picMk id="6" creationId="{10C80BFC-DA98-8BDD-C9E5-50C14CFA348D}"/>
          </ac:picMkLst>
        </pc:picChg>
        <pc:picChg chg="add mod">
          <ac:chgData name="poojitha asuri" userId="33c15a063044dd2b" providerId="LiveId" clId="{87380D7C-85FB-4251-9DCB-457D40CE6485}" dt="2026-02-10T13:59:03.434" v="137" actId="1076"/>
          <ac:picMkLst>
            <pc:docMk/>
            <pc:sldMk cId="2910219108" sldId="260"/>
            <ac:picMk id="8" creationId="{A2C08724-74EB-AFCB-1BF7-8E3BF51D7E77}"/>
          </ac:picMkLst>
        </pc:picChg>
        <pc:picChg chg="add del mod">
          <ac:chgData name="poojitha asuri" userId="33c15a063044dd2b" providerId="LiveId" clId="{87380D7C-85FB-4251-9DCB-457D40CE6485}" dt="2026-02-12T06:30:23.672" v="527" actId="478"/>
          <ac:picMkLst>
            <pc:docMk/>
            <pc:sldMk cId="2910219108" sldId="260"/>
            <ac:picMk id="11" creationId="{7F90B8C5-9F74-69E8-A8DD-6B2FF4F8E230}"/>
          </ac:picMkLst>
        </pc:picChg>
      </pc:sldChg>
      <pc:sldChg chg="new del">
        <pc:chgData name="poojitha asuri" userId="33c15a063044dd2b" providerId="LiveId" clId="{87380D7C-85FB-4251-9DCB-457D40CE6485}" dt="2026-02-10T13:55:56.166" v="71" actId="47"/>
        <pc:sldMkLst>
          <pc:docMk/>
          <pc:sldMk cId="2917428522" sldId="260"/>
        </pc:sldMkLst>
      </pc:sldChg>
      <pc:sldChg chg="addSp delSp modSp new mod">
        <pc:chgData name="poojitha asuri" userId="33c15a063044dd2b" providerId="LiveId" clId="{87380D7C-85FB-4251-9DCB-457D40CE6485}" dt="2026-02-12T10:32:34.905" v="539" actId="1076"/>
        <pc:sldMkLst>
          <pc:docMk/>
          <pc:sldMk cId="147016898" sldId="261"/>
        </pc:sldMkLst>
        <pc:spChg chg="mod">
          <ac:chgData name="poojitha asuri" userId="33c15a063044dd2b" providerId="LiveId" clId="{87380D7C-85FB-4251-9DCB-457D40CE6485}" dt="2026-02-12T10:32:34.905" v="539" actId="1076"/>
          <ac:spMkLst>
            <pc:docMk/>
            <pc:sldMk cId="147016898" sldId="261"/>
            <ac:spMk id="2" creationId="{E9FBBA88-EC72-6971-54FB-4922B8467CC5}"/>
          </ac:spMkLst>
        </pc:spChg>
        <pc:spChg chg="add del mod">
          <ac:chgData name="poojitha asuri" userId="33c15a063044dd2b" providerId="LiveId" clId="{87380D7C-85FB-4251-9DCB-457D40CE6485}" dt="2026-02-11T16:08:11.825" v="458" actId="478"/>
          <ac:spMkLst>
            <pc:docMk/>
            <pc:sldMk cId="147016898" sldId="261"/>
            <ac:spMk id="3" creationId="{75363C7A-BF0E-E3FA-94B5-77DA445771E7}"/>
          </ac:spMkLst>
        </pc:spChg>
        <pc:spChg chg="add del mod">
          <ac:chgData name="poojitha asuri" userId="33c15a063044dd2b" providerId="LiveId" clId="{87380D7C-85FB-4251-9DCB-457D40CE6485}" dt="2026-02-10T15:40:40.769" v="226"/>
          <ac:spMkLst>
            <pc:docMk/>
            <pc:sldMk cId="147016898" sldId="261"/>
            <ac:spMk id="4" creationId="{5EABE110-2789-799D-FC3D-D52D1B41750A}"/>
          </ac:spMkLst>
        </pc:spChg>
        <pc:spChg chg="add del mod">
          <ac:chgData name="poojitha asuri" userId="33c15a063044dd2b" providerId="LiveId" clId="{87380D7C-85FB-4251-9DCB-457D40CE6485}" dt="2026-02-11T16:09:23.427" v="466" actId="12"/>
          <ac:spMkLst>
            <pc:docMk/>
            <pc:sldMk cId="147016898" sldId="261"/>
            <ac:spMk id="4" creationId="{80EE76FA-A206-B8F6-68F4-5ED214BE3A50}"/>
          </ac:spMkLst>
        </pc:spChg>
        <pc:picChg chg="add mod">
          <ac:chgData name="poojitha asuri" userId="33c15a063044dd2b" providerId="LiveId" clId="{87380D7C-85FB-4251-9DCB-457D40CE6485}" dt="2026-02-11T16:10:28.121" v="467" actId="14100"/>
          <ac:picMkLst>
            <pc:docMk/>
            <pc:sldMk cId="147016898" sldId="261"/>
            <ac:picMk id="6" creationId="{2324C710-3972-0288-8408-4BD5CA9C7D80}"/>
          </ac:picMkLst>
        </pc:picChg>
        <pc:picChg chg="add mod">
          <ac:chgData name="poojitha asuri" userId="33c15a063044dd2b" providerId="LiveId" clId="{87380D7C-85FB-4251-9DCB-457D40CE6485}" dt="2026-02-11T16:10:35.174" v="468" actId="14100"/>
          <ac:picMkLst>
            <pc:docMk/>
            <pc:sldMk cId="147016898" sldId="261"/>
            <ac:picMk id="8" creationId="{D76E0FC6-38CB-35A8-ADFD-432BFBCAE92C}"/>
          </ac:picMkLst>
        </pc:picChg>
      </pc:sldChg>
      <pc:sldChg chg="addSp delSp modSp new mod">
        <pc:chgData name="poojitha asuri" userId="33c15a063044dd2b" providerId="LiveId" clId="{87380D7C-85FB-4251-9DCB-457D40CE6485}" dt="2026-02-11T16:13:44.808" v="482" actId="1076"/>
        <pc:sldMkLst>
          <pc:docMk/>
          <pc:sldMk cId="3603436947" sldId="262"/>
        </pc:sldMkLst>
        <pc:spChg chg="mod">
          <ac:chgData name="poojitha asuri" userId="33c15a063044dd2b" providerId="LiveId" clId="{87380D7C-85FB-4251-9DCB-457D40CE6485}" dt="2026-02-10T15:43:07.877" v="241" actId="1076"/>
          <ac:spMkLst>
            <pc:docMk/>
            <pc:sldMk cId="3603436947" sldId="262"/>
            <ac:spMk id="2" creationId="{18D56475-366A-E44B-C6EC-85C8CF0E7E1C}"/>
          </ac:spMkLst>
        </pc:spChg>
        <pc:spChg chg="del">
          <ac:chgData name="poojitha asuri" userId="33c15a063044dd2b" providerId="LiveId" clId="{87380D7C-85FB-4251-9DCB-457D40CE6485}" dt="2026-02-10T15:43:21.429" v="242"/>
          <ac:spMkLst>
            <pc:docMk/>
            <pc:sldMk cId="3603436947" sldId="262"/>
            <ac:spMk id="3" creationId="{D4D990AE-1C16-9322-034E-17EF6DCE4657}"/>
          </ac:spMkLst>
        </pc:spChg>
        <pc:spChg chg="add mod">
          <ac:chgData name="poojitha asuri" userId="33c15a063044dd2b" providerId="LiveId" clId="{87380D7C-85FB-4251-9DCB-457D40CE6485}" dt="2026-02-11T16:13:44.808" v="482" actId="1076"/>
          <ac:spMkLst>
            <pc:docMk/>
            <pc:sldMk cId="3603436947" sldId="262"/>
            <ac:spMk id="3" creationId="{F13B478A-A6FD-1957-CD9E-7F5D77F04B4D}"/>
          </ac:spMkLst>
        </pc:spChg>
        <pc:spChg chg="add del mod">
          <ac:chgData name="poojitha asuri" userId="33c15a063044dd2b" providerId="LiveId" clId="{87380D7C-85FB-4251-9DCB-457D40CE6485}" dt="2026-02-11T16:12:06.052" v="470"/>
          <ac:spMkLst>
            <pc:docMk/>
            <pc:sldMk cId="3603436947" sldId="262"/>
            <ac:spMk id="4" creationId="{0786A44F-ABCE-ED12-8A16-399AE09C2BDE}"/>
          </ac:spMkLst>
        </pc:spChg>
      </pc:sldChg>
      <pc:sldChg chg="addSp delSp modSp new mod">
        <pc:chgData name="poojitha asuri" userId="33c15a063044dd2b" providerId="LiveId" clId="{87380D7C-85FB-4251-9DCB-457D40CE6485}" dt="2026-02-12T10:57:45.190" v="546" actId="14100"/>
        <pc:sldMkLst>
          <pc:docMk/>
          <pc:sldMk cId="4108152313" sldId="263"/>
        </pc:sldMkLst>
        <pc:spChg chg="mod">
          <ac:chgData name="poojitha asuri" userId="33c15a063044dd2b" providerId="LiveId" clId="{87380D7C-85FB-4251-9DCB-457D40CE6485}" dt="2026-02-11T16:20:25.344" v="517" actId="20577"/>
          <ac:spMkLst>
            <pc:docMk/>
            <pc:sldMk cId="4108152313" sldId="263"/>
            <ac:spMk id="2" creationId="{1126CF0F-7918-2EEB-8707-CDD04F6402BC}"/>
          </ac:spMkLst>
        </pc:spChg>
        <pc:spChg chg="del mod">
          <ac:chgData name="poojitha asuri" userId="33c15a063044dd2b" providerId="LiveId" clId="{87380D7C-85FB-4251-9DCB-457D40CE6485}" dt="2026-02-10T16:02:47.440" v="267"/>
          <ac:spMkLst>
            <pc:docMk/>
            <pc:sldMk cId="4108152313" sldId="263"/>
            <ac:spMk id="3" creationId="{7572DBA0-C4F1-72AC-0A7C-86B23DCDD257}"/>
          </ac:spMkLst>
        </pc:spChg>
        <pc:spChg chg="add mod">
          <ac:chgData name="poojitha asuri" userId="33c15a063044dd2b" providerId="LiveId" clId="{87380D7C-85FB-4251-9DCB-457D40CE6485}" dt="2026-02-11T16:20:46.818" v="519" actId="20577"/>
          <ac:spMkLst>
            <pc:docMk/>
            <pc:sldMk cId="4108152313" sldId="263"/>
            <ac:spMk id="6" creationId="{9BC376DB-45AC-E5ED-E6C5-C6228C337595}"/>
          </ac:spMkLst>
        </pc:spChg>
        <pc:picChg chg="add mod">
          <ac:chgData name="poojitha asuri" userId="33c15a063044dd2b" providerId="LiveId" clId="{87380D7C-85FB-4251-9DCB-457D40CE6485}" dt="2026-02-12T10:57:45.190" v="546" actId="14100"/>
          <ac:picMkLst>
            <pc:docMk/>
            <pc:sldMk cId="4108152313" sldId="263"/>
            <ac:picMk id="4" creationId="{3A20210C-3DBE-A936-53F2-FE3A22A5FBEE}"/>
          </ac:picMkLst>
        </pc:picChg>
        <pc:picChg chg="add del mod">
          <ac:chgData name="poojitha asuri" userId="33c15a063044dd2b" providerId="LiveId" clId="{87380D7C-85FB-4251-9DCB-457D40CE6485}" dt="2026-02-12T10:56:59.457" v="541" actId="478"/>
          <ac:picMkLst>
            <pc:docMk/>
            <pc:sldMk cId="4108152313" sldId="263"/>
            <ac:picMk id="5" creationId="{F85269D2-D927-6FFC-EBB4-81DAEC401BF1}"/>
          </ac:picMkLst>
        </pc:picChg>
      </pc:sldChg>
      <pc:sldChg chg="addSp modSp new mod">
        <pc:chgData name="poojitha asuri" userId="33c15a063044dd2b" providerId="LiveId" clId="{87380D7C-85FB-4251-9DCB-457D40CE6485}" dt="2026-02-10T16:10:44.208" v="319" actId="1076"/>
        <pc:sldMkLst>
          <pc:docMk/>
          <pc:sldMk cId="4140804837" sldId="264"/>
        </pc:sldMkLst>
        <pc:spChg chg="add mod">
          <ac:chgData name="poojitha asuri" userId="33c15a063044dd2b" providerId="LiveId" clId="{87380D7C-85FB-4251-9DCB-457D40CE6485}" dt="2026-02-10T16:10:44.208" v="319" actId="1076"/>
          <ac:spMkLst>
            <pc:docMk/>
            <pc:sldMk cId="4140804837" sldId="264"/>
            <ac:spMk id="2" creationId="{32DD2CE6-FC4E-E828-3020-52937D0DF649}"/>
          </ac:spMkLst>
        </pc:spChg>
      </pc:sldChg>
      <pc:sldChg chg="add del">
        <pc:chgData name="poojitha asuri" userId="33c15a063044dd2b" providerId="LiveId" clId="{87380D7C-85FB-4251-9DCB-457D40CE6485}" dt="2026-02-10T16:09:25.447" v="318" actId="47"/>
        <pc:sldMkLst>
          <pc:docMk/>
          <pc:sldMk cId="1826865454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0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810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577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563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065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71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78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16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311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660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475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582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808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07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583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4492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67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4B504B4-5D7F-40E7-89CB-4C5965B1A8E7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B19075-84E7-43B2-B672-866B6D775F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311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672AE-0EA7-EC97-32B8-7CDAAB4A91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EXAM SCORE PREDICTION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79D1D-51A9-5413-C180-F0F42572E2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POWER BI PROJECT</a:t>
            </a:r>
          </a:p>
          <a:p>
            <a:r>
              <a:rPr lang="en-IN" dirty="0"/>
              <a:t>PRESENTED BY : A.POOJITHA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557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5436-3256-4C48-54CD-E4D8D5DD3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106" y="685800"/>
            <a:ext cx="8602825" cy="1752599"/>
          </a:xfrm>
        </p:spPr>
        <p:txBody>
          <a:bodyPr/>
          <a:lstStyle/>
          <a:p>
            <a:r>
              <a:rPr lang="en-IN" dirty="0"/>
              <a:t>PROJECT OBJECTIVE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3AFB945-F62A-01CF-E389-EFFA40C0CB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82146" y="2335183"/>
            <a:ext cx="94508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the key factors that influence students’ exam scores.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compare student performance based on study habits and lifestyle factors.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the relationship between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 scores, study hours, sleep quality, and study methods.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present insights using a simple and interactive Power BI dashboard.</a:t>
            </a:r>
          </a:p>
        </p:txBody>
      </p:sp>
    </p:spTree>
    <p:extLst>
      <p:ext uri="{BB962C8B-B14F-4D97-AF65-F5344CB8AC3E}">
        <p14:creationId xmlns:p14="http://schemas.microsoft.com/office/powerpoint/2010/main" val="299634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1FB8-53A3-BC75-81BE-6DC0E0AD1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873" y="169509"/>
            <a:ext cx="9517225" cy="1024809"/>
          </a:xfrm>
        </p:spPr>
        <p:txBody>
          <a:bodyPr/>
          <a:lstStyle/>
          <a:p>
            <a:r>
              <a:rPr lang="en-IN" dirty="0"/>
              <a:t>DASHBOARD OVERVIEW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FA1A804-8D25-D001-03E6-390BEAE28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0931" y="1305341"/>
            <a:ext cx="298579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dashboard shows how students’ exam scores vary based on key factors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hours, attendance, sleep quality, and study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in identifying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 in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comparing different groups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interactive filters.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993916C-5E91-C999-29DF-40FD20618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9952" y="1463674"/>
            <a:ext cx="7231224" cy="4321306"/>
          </a:xfrm>
        </p:spPr>
      </p:pic>
    </p:spTree>
    <p:extLst>
      <p:ext uri="{BB962C8B-B14F-4D97-AF65-F5344CB8AC3E}">
        <p14:creationId xmlns:p14="http://schemas.microsoft.com/office/powerpoint/2010/main" val="4238373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AD4AB-D748-2CCE-33CE-507CC7893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857" y="447868"/>
            <a:ext cx="8230663" cy="966613"/>
          </a:xfrm>
        </p:spPr>
        <p:txBody>
          <a:bodyPr/>
          <a:lstStyle/>
          <a:p>
            <a:r>
              <a:rPr lang="en-IN" dirty="0"/>
              <a:t>STUDENT  PERFORMANCE SNAPSHOT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091377F-7536-83E3-BDAD-16380067EDC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298428" y="1970944"/>
            <a:ext cx="5962261" cy="374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Clr>
                <a:schemeClr val="tx1"/>
              </a:buClr>
              <a:buSzPct val="140000"/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Shows the overall performance of students at a glance.</a:t>
            </a:r>
          </a:p>
          <a:p>
            <a:pPr marL="285750" indent="-285750" algn="l">
              <a:buClr>
                <a:schemeClr val="tx1"/>
              </a:buClr>
              <a:buSzPct val="140000"/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Attendance performance is compared against a target to track consistency.</a:t>
            </a:r>
          </a:p>
          <a:p>
            <a:pPr marL="285750" indent="-285750" algn="l">
              <a:buClr>
                <a:schemeClr val="tx1"/>
              </a:buClr>
              <a:buSzPct val="140000"/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scorers indicate the number of top-performing students.</a:t>
            </a:r>
          </a:p>
          <a:p>
            <a:pPr marL="285750" indent="-285750" algn="l">
              <a:buClr>
                <a:schemeClr val="tx1"/>
              </a:buClr>
              <a:buSzPct val="140000"/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sleep hours and class attendance provide context about student lifestyle.</a:t>
            </a:r>
          </a:p>
          <a:p>
            <a:pPr marL="285750" indent="-285750" algn="l">
              <a:buClr>
                <a:schemeClr val="tx1"/>
              </a:buClr>
              <a:buSzPct val="140000"/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helps in understanding the general performance before going into deeper analysis.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7FE21E-5152-6219-35C6-25F86D684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550" y="2052735"/>
            <a:ext cx="3962953" cy="35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292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FC87E-5FAD-F5A6-14EA-7584E86CA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667" y="387485"/>
            <a:ext cx="10018713" cy="1012371"/>
          </a:xfrm>
        </p:spPr>
        <p:txBody>
          <a:bodyPr/>
          <a:lstStyle/>
          <a:p>
            <a:r>
              <a:rPr lang="en-IN" dirty="0"/>
              <a:t>EXAM SCORE VS STUDY HOURS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744E7-AC86-6959-F538-9CBB987B4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8245" y="1552854"/>
            <a:ext cx="4607188" cy="1684867"/>
          </a:xfrm>
        </p:spPr>
        <p:txBody>
          <a:bodyPr/>
          <a:lstStyle/>
          <a:p>
            <a:r>
              <a:rPr lang="en-IN" dirty="0"/>
              <a:t>SCATTER PLOT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515B1-D7C4-F728-C82A-5BBEF7445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07967" y="2164702"/>
            <a:ext cx="4622537" cy="1867414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C08724-74EB-AFCB-1BF7-8E3BF51D7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057" y="2164702"/>
            <a:ext cx="3524742" cy="1940073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3F509219-CF6E-FD3D-F8B1-EFBDD0FF7FB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484313" y="4338112"/>
            <a:ext cx="475112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point represents one student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how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 scores change with study hours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who study more hours generally score higher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96A8B8-F221-0044-A9D2-2AB80B92F84B}"/>
              </a:ext>
            </a:extLst>
          </p:cNvPr>
          <p:cNvSpPr txBox="1"/>
          <p:nvPr/>
        </p:nvSpPr>
        <p:spPr>
          <a:xfrm>
            <a:off x="6698187" y="1525960"/>
            <a:ext cx="3005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LINE CHART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F4959D8-4761-18CE-0460-EAF13A12A04E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607967" y="4338112"/>
            <a:ext cx="410051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the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exam score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different study hour levels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Represents the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trend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 study hours and performance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upward trend indicates that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study hours lead to higher average scores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80BFC-DA98-8BDD-C9E5-50C14CFA3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43" y="2114751"/>
            <a:ext cx="3162312" cy="203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219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BBA88-EC72-6971-54FB-4922B846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989" y="181322"/>
            <a:ext cx="10018713" cy="1394927"/>
          </a:xfrm>
        </p:spPr>
        <p:txBody>
          <a:bodyPr/>
          <a:lstStyle/>
          <a:p>
            <a:r>
              <a:rPr lang="en-US" dirty="0"/>
              <a:t>Impact of Attendance and Sleep Quality on Performance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63C7A-BF0E-E3FA-94B5-77DA445771E7}"/>
              </a:ext>
            </a:extLst>
          </p:cNvPr>
          <p:cNvSpPr txBox="1"/>
          <p:nvPr/>
        </p:nvSpPr>
        <p:spPr>
          <a:xfrm flipV="1">
            <a:off x="1737734" y="5378071"/>
            <a:ext cx="1971540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24C710-3972-0288-8408-4BD5CA9C7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504" y="1866122"/>
            <a:ext cx="3486636" cy="2191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6E0FC6-38CB-35A8-ADFD-432BFBCAE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504" y="4347051"/>
            <a:ext cx="3506762" cy="221010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0EE76FA-A206-B8F6-68F4-5ED214BE3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866122"/>
            <a:ext cx="537443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attendance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generally perform better in exams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attendance helps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understanding of course concepts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 quality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a clear impact on student efficiency and performance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sleep quality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better average performance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attendance and sleep are important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lifestyle factors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influence results</a:t>
            </a:r>
          </a:p>
        </p:txBody>
      </p:sp>
    </p:spTree>
    <p:extLst>
      <p:ext uri="{BB962C8B-B14F-4D97-AF65-F5344CB8AC3E}">
        <p14:creationId xmlns:p14="http://schemas.microsoft.com/office/powerpoint/2010/main" val="147016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56475-366A-E44B-C6EC-85C8CF0E7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813" y="312576"/>
            <a:ext cx="10018713" cy="1752599"/>
          </a:xfrm>
        </p:spPr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13B478A-A6FD-1957-CD9E-7F5D77F04B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7272" y="1914721"/>
            <a:ext cx="973548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who study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hours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generally score higher in exams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a strong impact on student performance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 quality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linked with higher study efficiency and exam scores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scorers are more common among students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study habits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filters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 compare performance across different courses and study methods</a:t>
            </a:r>
          </a:p>
        </p:txBody>
      </p:sp>
    </p:spTree>
    <p:extLst>
      <p:ext uri="{BB962C8B-B14F-4D97-AF65-F5344CB8AC3E}">
        <p14:creationId xmlns:p14="http://schemas.microsoft.com/office/powerpoint/2010/main" val="360343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6CF0F-7918-2EEB-8707-CDD04F640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4" y="123636"/>
            <a:ext cx="10018711" cy="797767"/>
          </a:xfrm>
        </p:spPr>
        <p:txBody>
          <a:bodyPr/>
          <a:lstStyle/>
          <a:p>
            <a:r>
              <a:rPr lang="en-US" dirty="0"/>
              <a:t>Filtered Analysis : B . Tech Students (Online Videos)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BC376DB-45AC-E5ED-E6C5-C6228C3375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21092" y="921403"/>
            <a:ext cx="404401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 this filtered group, students studying around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5–7 hours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tend to have noticeably higher average exam scores.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Students with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80–100% attendance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perform better than those in lower attendance groups, even when study method is online videos.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 . Tech students with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good sleep quality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show higher efficiency compared to those with average or poor sleep.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performance trend suggests that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online video learners perform better when they are consistent in study hours and attendance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not just by watching videos alone.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0210C-3DBE-A936-53F2-FE3A22A5F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102" y="1054359"/>
            <a:ext cx="6578082" cy="516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52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D2CE6-FC4E-E828-3020-52937D0DF649}"/>
              </a:ext>
            </a:extLst>
          </p:cNvPr>
          <p:cNvSpPr txBox="1"/>
          <p:nvPr/>
        </p:nvSpPr>
        <p:spPr>
          <a:xfrm>
            <a:off x="4105469" y="2836507"/>
            <a:ext cx="6997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accent1">
                    <a:lumMod val="75000"/>
                  </a:schemeClr>
                </a:solidFill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41408048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527</TotalTime>
  <Words>445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Corbel</vt:lpstr>
      <vt:lpstr>Courier New</vt:lpstr>
      <vt:lpstr>Wingdings</vt:lpstr>
      <vt:lpstr>Parallax</vt:lpstr>
      <vt:lpstr>EXAM SCORE PREDICTION ANALYSIS</vt:lpstr>
      <vt:lpstr>PROJECT OBJECTIVE</vt:lpstr>
      <vt:lpstr>DASHBOARD OVERVIEW</vt:lpstr>
      <vt:lpstr>STUDENT  PERFORMANCE SNAPSHOT</vt:lpstr>
      <vt:lpstr>EXAM SCORE VS STUDY HOURS</vt:lpstr>
      <vt:lpstr>Impact of Attendance and Sleep Quality on Performance</vt:lpstr>
      <vt:lpstr>KEY INSIGHTS</vt:lpstr>
      <vt:lpstr>Filtered Analysis : B . Tech Students (Online Videos)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poojitha asuri</dc:creator>
  <cp:lastModifiedBy>poojitha asuri</cp:lastModifiedBy>
  <cp:revision>1</cp:revision>
  <dcterms:created xsi:type="dcterms:W3CDTF">2026-02-10T06:33:17Z</dcterms:created>
  <dcterms:modified xsi:type="dcterms:W3CDTF">2026-02-12T12:29:27Z</dcterms:modified>
</cp:coreProperties>
</file>